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Home  |  통합 운영 현황판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01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시뮬레이션 결과, 계산 상태 및 장비 운전 상태를 한 화면에서 확인하고 주요 운전조건을 조작합니다.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세부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실내 평균온도, 입·출구 온도차, 최대 유속, 질량오차, GPU 사용률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온도·속도 3D 결과 전환과 Fit/Reset, 실시간 갱신·정지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R1–R5 전원, 운전모드, 설정온도, 풍량 및 R1 기류 방향 조작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실내·입구·출구·목표온도, GPU 사용률·FPS 추이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물리시간, 시간간격, 격자 크기, FPS, GPU 메모리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627632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627632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핵심 해석 결과와 시스템 상태를 한 화면에서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운전조건 변경에 따른 온도·유속 반응 관찰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질량오차나 계산 성능 저하 등 이상 징후를 신속하게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Case &amp;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02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1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F1 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2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F2 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F1 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실험 조건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실험 조건별 실내·외 온습도, 설정온도 및 목표 시뮬레이션 시간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기본 Case 복제 및 사용자 Case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Case Study 조건의 일관된 재사용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실험 이름과 설정의 추적성 향상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F2 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실내공간 정보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810">
                <a:solidFill>
                  <a:srgbClr val="334A5B"/>
                </a:solidFill>
                <a:latin typeface="맑은 고딕"/>
              </a:rPr>
              <a:t>실내공간의 크기·중심·격자 정보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10">
                <a:solidFill>
                  <a:srgbClr val="334A5B"/>
                </a:solidFill>
                <a:latin typeface="맑은 고딕"/>
              </a:rPr>
              <a:t>해석 대상 실내공간이 의도한 조건으로 설정되었는지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Mesh &amp;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03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3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F3  MESH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4_Phy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F4  PHYSICS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F3 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격자·GPU 자원 예측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Lattice 격자 정보(Nx·Ny·Nz 및 전체 Cell 수) 계산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Distribution Buffer, State Buffer, 3D Texture 메모리 추정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단일 GPU Buffer 제한 초과 여부 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실행 전 계산 규모와 GPU 메모리 부담 예측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과도한 격자로 인한 초기화 실패 가능성 감소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F4  PHYSICS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물리모델 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MRT Collision 및 D3Q19/D3Q7 구성 확인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난류모델 Off/Smagorinsky 선택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Smagorinsky Constant·Turbulent Prandtl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온도 범위·기준온도·Prandtl Target·Thermal tau 하한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부력 사용 여부와 열팽창계수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변경값을 Run 시점까지 임시 보관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Solver Inspector 없이 주요 물리조건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Case별 난류·열확산 조건 비교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실행 전 설정 유효성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Boundary &amp;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04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5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F5 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6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F6 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F5 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경계조건 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Inlet·Outlet·Wall 구성요소 검색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Inlet 속도/체적유량, 온도, 토출각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Outlet 밀도, 속도 보정계수, Density Anchor 확인·설정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Wall 열경계와 벽면온도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실내공간과 Solver 경계조건의 연결 상태 확인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기존 컴포넌트를 직접 수정하는 과정 단순화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F6 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최종 검토·실행 제어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세부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Case·Model·Mesh·Physics·Boundary 최종 요약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Start New Run·Pause·Resume·Stop 제공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Start 시 설정 적용 후 Solver와 물리시간 재초기화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Pause/Resume 시 현재 Solver 상태 유지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Stop 시 현재 결과와 물리시간 보존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진행률·물리시간·목표시간·시간간격·Step 수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최종 조건을 확인한 후 명시적으로 실행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중지·재개 과정에서도 현재 결과 보존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Flow Visualization  |  3D 유동 결과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05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LBM 계산 결과를 3D 공간과 절단면으로 표현하여 온도 및 기류 속도 분포를 직관적으로 분석합니다.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3_Flow 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세부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Temperature와 Velocity 결과 전환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X·Y·Z 절단면별 표시 여부와 위치 조절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온도 및 속도 GPU 결과 텍스처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Auto/Manual 표시 범위와 컬러맵 선택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단위·최솟값·최댓값·컬러 범례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Fit·Orbit·Pan·Reset 카메라 조작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온도 분포와 기류 확산 형태를 공간적으로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제트 도달거리와 고속 코어의 감쇠 특성 관찰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동일한 시점과 View에서 Case별 결과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관심 절단면의 국부 유동 특성 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Pressure, Streamline, Comfort, Mass Flux는 현재 비활성 항목입니다.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System Monitor  |  Co-simulation 신호 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06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Co-simulation에 참여하는 Controller·Product FMU의 주요 신호와 실내기 운전 상태를 실시간으로 감시합니다.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4_System 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세부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압축기·실외팬·EEV·사방밸브 등 액추에이터 값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온도·압력·유량·습도별 센서 신호 조회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Controller FMU의 전류·전압·주파수 등 전장 신호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Hz·Superheat·Subcooling·IDU1 관련 시계열 그래프 전환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R1–R5 실내기의 운전상태·온습도·풍량·Fan·EEV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신호 가용 상태와 FMU 오류 발생 시 마지막 완료 샘플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Controller 입력과 Product FMU 응답을 한 화면에서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FMU 신호 누락이나 비정상 값의 조기 발견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여러 실내기의 운전상태를 동일 시점에서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시스템 동작과 유동·열환경 결과의 원인관계 추적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Live는 해당 신호를 현재 읽을 수 있다는 의미입니다.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Time History  |  FMU I/O 시계열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07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FMU 입력·출력 신호를 사용자가 선택하여 시간에 따른 변화와 신호 간 관계를 분석합니다.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5_Time 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세부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FMU Input/Output 변수 목록과 단위 표시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변수명 검색 및 필터링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그래프별 최대 12개 신호 선택과 3개의 독립 그래프 구성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단위별 Y축 자동 분리 및 최근 1,200개 샘플 유지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Hover 값 확인, Wheel Zoom, 수평·수직 Pan, Reset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087FE8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Case Tag가 포함된 CSV로 선택 그래프 데이터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제어 입력과 제품 응답의 변화 추세·시간지연 분석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서로 다른 단위의 신호를 동일한 시간축에서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목적별 그래프 분리로 복잡한 신호를 체계적으로 관리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필요한 데이터만 CSV로 추출하여 후처리·보고서에 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현재 주요 분석 대상은 FMU Input/Output 신호입니다.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LBM/FMU Simulation Platform 대시보드 UX 기능 소개</dc:title>
  <dc:subject>UX01–UX05 핵심 목적, 세부 기능, 사용자 어드벤티지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